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85F1-CD2E-00AF-6AE4-0AB0CB992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EBF74-09F0-7C8C-8DBD-BFBE635B1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E423C-5598-158F-79EA-6323BE82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08FE3-91AA-24EF-60DA-7CF18920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83270-00E4-BD9F-863D-A770BCAD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94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40DA-EC41-1DBB-8251-A7CD8D66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5898D-B362-7860-64E4-5CBB0848A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D20B-3B12-CAA0-E169-8DC77A27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4B403-E4B8-11F9-1AF0-8F971BBF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9E8FE-2C07-9C6E-6739-63F0813E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72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9F27-3F98-BB29-3E79-59DB5A41F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13D1B-2E0E-BC98-ABC6-E97113962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9FB3-4825-3707-1C14-76D32DA9E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1AA0E-8435-C5A3-D880-8146A932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A4763-9111-7CBF-03B1-CCA3F520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560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12F31-533B-CA7C-DD76-E0A9457D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9F23-5729-5FCA-0B05-5EBC7D351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CA7F8-FB45-2280-3C2A-BAE0921CF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CF953-4140-B521-2154-1B3D016C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0092-FC9E-02FA-9910-CE958A9F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6668A-BD7E-FB16-55C3-7CF52D63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95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2EFD-D6D5-5344-61D9-34CB4D20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14CFE-B0DD-9F7A-15F7-AC95A3FE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F655F-8AF8-9336-FBA6-449C8B83F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0341C1-884E-CC15-6E62-74529415C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97AF5-9C7D-2FFA-4E04-039E35693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F350D-ACA8-5D8A-A751-28671DF8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0DA8E-8ABC-368F-775D-634F84E8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7B218-9EB6-0902-E5BA-0520C9C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85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14D9-5611-15AD-476F-EFDD7FF7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3DA64-93A9-A6DB-070B-C2A7FA9F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E8B23-299C-AF46-6FF2-4338473C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3CFC5-AABD-185E-5F18-08B17F84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04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447E3-A933-BAFD-5D16-0C920573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54506-34FE-0841-AB02-AD69BF0E4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E2995-37DB-D745-B578-9F1D8B28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23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3156-62C1-6389-62FF-E6DFE24A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301CC-948C-4373-1580-413DF509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07EE7-B0AF-E2A4-551F-222825C35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E923-9831-452B-B7C5-19CA1BBA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945C-E0C8-0023-E590-3FB74126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0076F-20EF-B675-4B18-CE46612F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82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CC36-DFD3-CC66-7EE0-141EB2CD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F33A8-2366-160D-4F6F-8A59D6173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70BE6-51F7-6439-6343-D5C21B6EC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6A35B-8812-B0A1-2D89-7967E6EA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318F8-C159-3E56-2282-59ABB9BA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B7101-A9AD-5E22-58A2-3EC013A3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77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8DA1-BAF9-C129-0D3B-C5D7B2BB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8CE8C-E3E6-7B8D-FFAC-A0A89FE3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8FAEA-4A40-312F-E7A8-32BB83E7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4F1E-A5D7-9548-4763-BB61F23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0C0A1-64FC-F0F7-B888-0887AA6F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48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971A8-5CE8-DCFF-2704-FF4902EF7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918C1-EDB6-849B-5015-E89BA7464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DCB3D-415A-065C-0266-ECBB33AC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2A13B-A4BD-0489-1330-4E8C94B4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992ED-DEB2-3CCD-14F8-1CC2A39A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82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CB329-AAC4-6602-A2DD-55248371E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4EFD1-07E7-3D1C-9BC3-7B51E3F18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4CA9-BE08-1EB7-FC49-2FCB1B6FF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E30F3-1350-4AE1-A4FD-DFB3C2673B57}" type="datetimeFigureOut">
              <a:rPr lang="en-GB" smtClean="0"/>
              <a:t>24/05/2026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7DA31-A051-650E-8B05-24425518B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8F2E8-DE7F-EEC4-D8E6-4D6B0D4D2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0F71D-C92F-446B-A192-AE8CA7899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34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6860FD-20A6-9E22-F143-0B98300653FA}"/>
              </a:ext>
            </a:extLst>
          </p:cNvPr>
          <p:cNvCxnSpPr/>
          <p:nvPr/>
        </p:nvCxnSpPr>
        <p:spPr>
          <a:xfrm>
            <a:off x="2737450" y="3255035"/>
            <a:ext cx="59119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D0275-9581-5A52-CE91-57B1F2E0AD08}"/>
              </a:ext>
            </a:extLst>
          </p:cNvPr>
          <p:cNvCxnSpPr/>
          <p:nvPr/>
        </p:nvCxnSpPr>
        <p:spPr>
          <a:xfrm>
            <a:off x="2875473" y="3145767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E40B11-ABBF-EF8C-D3B1-861E777A7623}"/>
              </a:ext>
            </a:extLst>
          </p:cNvPr>
          <p:cNvCxnSpPr/>
          <p:nvPr/>
        </p:nvCxnSpPr>
        <p:spPr>
          <a:xfrm>
            <a:off x="8525775" y="3140016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0BD9D8-E4AD-4733-AFD5-7DD5808668BC}"/>
              </a:ext>
            </a:extLst>
          </p:cNvPr>
          <p:cNvCxnSpPr/>
          <p:nvPr/>
        </p:nvCxnSpPr>
        <p:spPr>
          <a:xfrm>
            <a:off x="3643224" y="3140016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93E412-D318-3651-05BE-BDBC8C63E190}"/>
              </a:ext>
            </a:extLst>
          </p:cNvPr>
          <p:cNvCxnSpPr/>
          <p:nvPr/>
        </p:nvCxnSpPr>
        <p:spPr>
          <a:xfrm>
            <a:off x="3815753" y="3140016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F5EDDE-8AA8-8A2A-88C1-2639773728F9}"/>
              </a:ext>
            </a:extLst>
          </p:cNvPr>
          <p:cNvCxnSpPr/>
          <p:nvPr/>
        </p:nvCxnSpPr>
        <p:spPr>
          <a:xfrm>
            <a:off x="8335994" y="3140016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016698-1EFD-07BF-A1AB-2B6FE472819A}"/>
              </a:ext>
            </a:extLst>
          </p:cNvPr>
          <p:cNvCxnSpPr/>
          <p:nvPr/>
        </p:nvCxnSpPr>
        <p:spPr>
          <a:xfrm>
            <a:off x="8174968" y="3140016"/>
            <a:ext cx="0" cy="230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F6849E-1718-67D4-B281-8E6C8B3C9237}"/>
                  </a:ext>
                </a:extLst>
              </p:cNvPr>
              <p:cNvSpPr txBox="1"/>
              <p:nvPr/>
            </p:nvSpPr>
            <p:spPr>
              <a:xfrm>
                <a:off x="3679170" y="2868255"/>
                <a:ext cx="27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F6849E-1718-67D4-B281-8E6C8B3C9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170" y="2868255"/>
                <a:ext cx="273166" cy="261610"/>
              </a:xfrm>
              <a:prstGeom prst="rect">
                <a:avLst/>
              </a:prstGeom>
              <a:blipFill>
                <a:blip r:embed="rId2"/>
                <a:stretch>
                  <a:fillRect r="-25000" b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F49BB5-1F8C-B1DB-B802-C3F9FD5BC967}"/>
                  </a:ext>
                </a:extLst>
              </p:cNvPr>
              <p:cNvSpPr txBox="1"/>
              <p:nvPr/>
            </p:nvSpPr>
            <p:spPr>
              <a:xfrm>
                <a:off x="8199411" y="2878406"/>
                <a:ext cx="27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F49BB5-1F8C-B1DB-B802-C3F9FD5BC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411" y="2878406"/>
                <a:ext cx="273166" cy="261610"/>
              </a:xfrm>
              <a:prstGeom prst="rect">
                <a:avLst/>
              </a:prstGeom>
              <a:blipFill>
                <a:blip r:embed="rId3"/>
                <a:stretch>
                  <a:fillRect r="-26667"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B40B68-CB4B-21CE-9380-B9D541A84CED}"/>
                  </a:ext>
                </a:extLst>
              </p:cNvPr>
              <p:cNvSpPr txBox="1"/>
              <p:nvPr/>
            </p:nvSpPr>
            <p:spPr>
              <a:xfrm>
                <a:off x="3500895" y="3375805"/>
                <a:ext cx="27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B40B68-CB4B-21CE-9380-B9D541A84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895" y="3375805"/>
                <a:ext cx="273166" cy="261610"/>
              </a:xfrm>
              <a:prstGeom prst="rect">
                <a:avLst/>
              </a:prstGeom>
              <a:blipFill>
                <a:blip r:embed="rId4"/>
                <a:stretch>
                  <a:fillRect r="-15556"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F2CE50-C303-8942-57EF-89F8E5964249}"/>
                  </a:ext>
                </a:extLst>
              </p:cNvPr>
              <p:cNvSpPr txBox="1"/>
              <p:nvPr/>
            </p:nvSpPr>
            <p:spPr>
              <a:xfrm>
                <a:off x="8036229" y="3364304"/>
                <a:ext cx="27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F2CE50-C303-8942-57EF-89F8E5964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6229" y="3364304"/>
                <a:ext cx="273166" cy="261610"/>
              </a:xfrm>
              <a:prstGeom prst="rect">
                <a:avLst/>
              </a:prstGeom>
              <a:blipFill>
                <a:blip r:embed="rId5"/>
                <a:stretch>
                  <a:fillRect r="-17778"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B6F7237C-3767-4A1C-C741-04615C830FFD}"/>
              </a:ext>
            </a:extLst>
          </p:cNvPr>
          <p:cNvSpPr/>
          <p:nvPr/>
        </p:nvSpPr>
        <p:spPr>
          <a:xfrm rot="16200000">
            <a:off x="3171570" y="3398719"/>
            <a:ext cx="181259" cy="762054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037749-E471-38C7-166B-A10E7FCEF653}"/>
                  </a:ext>
                </a:extLst>
              </p:cNvPr>
              <p:cNvSpPr txBox="1"/>
              <p:nvPr/>
            </p:nvSpPr>
            <p:spPr>
              <a:xfrm>
                <a:off x="8649419" y="3102693"/>
                <a:ext cx="94026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𝑖𝑚𝑒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𝑞𝑢𝑎𝑟𝑡𝑒𝑟𝑙𝑦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037749-E471-38C7-166B-A10E7FCEF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419" y="3102693"/>
                <a:ext cx="940269" cy="253916"/>
              </a:xfrm>
              <a:prstGeom prst="rect">
                <a:avLst/>
              </a:prstGeom>
              <a:blipFill>
                <a:blip r:embed="rId6"/>
                <a:stretch>
                  <a:fillRect r="-28571" b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4786A8-9F64-F69F-C05D-2D7C99924126}"/>
                  </a:ext>
                </a:extLst>
              </p:cNvPr>
              <p:cNvSpPr txBox="1"/>
              <p:nvPr/>
            </p:nvSpPr>
            <p:spPr>
              <a:xfrm>
                <a:off x="3043641" y="3870376"/>
                <a:ext cx="375279" cy="257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4786A8-9F64-F69F-C05D-2D7C99924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41" y="3870376"/>
                <a:ext cx="375279" cy="257891"/>
              </a:xfrm>
              <a:prstGeom prst="rect">
                <a:avLst/>
              </a:prstGeom>
              <a:blipFill>
                <a:blip r:embed="rId7"/>
                <a:stretch>
                  <a:fillRect r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e 20">
            <a:extLst>
              <a:ext uri="{FF2B5EF4-FFF2-40B4-BE49-F238E27FC236}">
                <a16:creationId xmlns:a16="http://schemas.microsoft.com/office/drawing/2014/main" id="{0179376B-E677-BEAD-D564-341E33A1EF53}"/>
              </a:ext>
            </a:extLst>
          </p:cNvPr>
          <p:cNvSpPr/>
          <p:nvPr/>
        </p:nvSpPr>
        <p:spPr>
          <a:xfrm rot="16200000">
            <a:off x="3334039" y="3832799"/>
            <a:ext cx="181259" cy="762054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1C9E54-B4F5-73AC-59A0-595657BD614B}"/>
                  </a:ext>
                </a:extLst>
              </p:cNvPr>
              <p:cNvSpPr txBox="1"/>
              <p:nvPr/>
            </p:nvSpPr>
            <p:spPr>
              <a:xfrm>
                <a:off x="3202484" y="4304456"/>
                <a:ext cx="37527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1C9E54-B4F5-73AC-59A0-595657BD6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484" y="4304456"/>
                <a:ext cx="375279" cy="253916"/>
              </a:xfrm>
              <a:prstGeom prst="rect">
                <a:avLst/>
              </a:prstGeom>
              <a:blipFill>
                <a:blip r:embed="rId8"/>
                <a:stretch>
                  <a:fillRect r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Brace 22">
            <a:extLst>
              <a:ext uri="{FF2B5EF4-FFF2-40B4-BE49-F238E27FC236}">
                <a16:creationId xmlns:a16="http://schemas.microsoft.com/office/drawing/2014/main" id="{3B2CE58B-DB4B-3BAE-6FA9-FA360A4615E0}"/>
              </a:ext>
            </a:extLst>
          </p:cNvPr>
          <p:cNvSpPr/>
          <p:nvPr/>
        </p:nvSpPr>
        <p:spPr>
          <a:xfrm rot="16200000">
            <a:off x="3527428" y="4266879"/>
            <a:ext cx="181259" cy="762054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C59861-DBF4-E48A-B529-9894B0664B20}"/>
                  </a:ext>
                </a:extLst>
              </p:cNvPr>
              <p:cNvSpPr txBox="1"/>
              <p:nvPr/>
            </p:nvSpPr>
            <p:spPr>
              <a:xfrm>
                <a:off x="3414965" y="4738536"/>
                <a:ext cx="375279" cy="25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C59861-DBF4-E48A-B529-9894B0664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965" y="4738536"/>
                <a:ext cx="375279" cy="257058"/>
              </a:xfrm>
              <a:prstGeom prst="rect">
                <a:avLst/>
              </a:prstGeom>
              <a:blipFill>
                <a:blip r:embed="rId9"/>
                <a:stretch>
                  <a:fillRect r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D752A15C-9202-DC76-DF36-3C5509ACCFBC}"/>
              </a:ext>
            </a:extLst>
          </p:cNvPr>
          <p:cNvSpPr/>
          <p:nvPr/>
        </p:nvSpPr>
        <p:spPr>
          <a:xfrm rot="16200000">
            <a:off x="7703312" y="4266880"/>
            <a:ext cx="181259" cy="762054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A9A033-E02F-DFA6-A0CB-2830E172685F}"/>
                  </a:ext>
                </a:extLst>
              </p:cNvPr>
              <p:cNvSpPr txBox="1"/>
              <p:nvPr/>
            </p:nvSpPr>
            <p:spPr>
              <a:xfrm>
                <a:off x="7606301" y="4738537"/>
                <a:ext cx="37527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A9A033-E02F-DFA6-A0CB-2830E1726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01" y="4738537"/>
                <a:ext cx="375279" cy="253916"/>
              </a:xfrm>
              <a:prstGeom prst="rect">
                <a:avLst/>
              </a:prstGeom>
              <a:blipFill>
                <a:blip r:embed="rId10"/>
                <a:stretch>
                  <a:fillRect r="-24590" b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FDA6C5A-2D2B-997A-1073-08BE3511AA3C}"/>
              </a:ext>
            </a:extLst>
          </p:cNvPr>
          <p:cNvCxnSpPr>
            <a:cxnSpLocks/>
          </p:cNvCxnSpPr>
          <p:nvPr/>
        </p:nvCxnSpPr>
        <p:spPr>
          <a:xfrm>
            <a:off x="4112639" y="4643888"/>
            <a:ext cx="320831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230782-F6C5-6B34-06B0-65337C8E9360}"/>
              </a:ext>
            </a:extLst>
          </p:cNvPr>
          <p:cNvCxnSpPr>
            <a:cxnSpLocks/>
          </p:cNvCxnSpPr>
          <p:nvPr/>
        </p:nvCxnSpPr>
        <p:spPr>
          <a:xfrm>
            <a:off x="2875473" y="5181545"/>
            <a:ext cx="94028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FE7647-EFC7-A6CA-203F-C4D4BA79575B}"/>
              </a:ext>
            </a:extLst>
          </p:cNvPr>
          <p:cNvCxnSpPr/>
          <p:nvPr/>
        </p:nvCxnSpPr>
        <p:spPr>
          <a:xfrm>
            <a:off x="2875473" y="5066526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344725-5062-04A2-96D1-495B8891C488}"/>
              </a:ext>
            </a:extLst>
          </p:cNvPr>
          <p:cNvCxnSpPr/>
          <p:nvPr/>
        </p:nvCxnSpPr>
        <p:spPr>
          <a:xfrm>
            <a:off x="3646100" y="5066526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B029B63-C562-520E-6175-FD2C2F06EE00}"/>
              </a:ext>
            </a:extLst>
          </p:cNvPr>
          <p:cNvCxnSpPr/>
          <p:nvPr/>
        </p:nvCxnSpPr>
        <p:spPr>
          <a:xfrm>
            <a:off x="3805696" y="5069346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890B61E-C7AD-F3C1-0D6D-DF423087B4E8}"/>
                  </a:ext>
                </a:extLst>
              </p:cNvPr>
              <p:cNvSpPr txBox="1"/>
              <p:nvPr/>
            </p:nvSpPr>
            <p:spPr>
              <a:xfrm>
                <a:off x="3090434" y="4939568"/>
                <a:ext cx="33497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𝐻𝑃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890B61E-C7AD-F3C1-0D6D-DF423087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434" y="4939568"/>
                <a:ext cx="334978" cy="253916"/>
              </a:xfrm>
              <a:prstGeom prst="rect">
                <a:avLst/>
              </a:prstGeom>
              <a:blipFill>
                <a:blip r:embed="rId11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371A75-7844-DC49-6A8A-66703CC06CD2}"/>
                  </a:ext>
                </a:extLst>
              </p:cNvPr>
              <p:cNvSpPr txBox="1"/>
              <p:nvPr/>
            </p:nvSpPr>
            <p:spPr>
              <a:xfrm>
                <a:off x="3004170" y="5172616"/>
                <a:ext cx="52187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371A75-7844-DC49-6A8A-66703CC06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170" y="5172616"/>
                <a:ext cx="521873" cy="253916"/>
              </a:xfrm>
              <a:prstGeom prst="rect">
                <a:avLst/>
              </a:prstGeom>
              <a:blipFill>
                <a:blip r:embed="rId1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3B7996-5CDD-FA83-2309-90EF8695A93F}"/>
                  </a:ext>
                </a:extLst>
              </p:cNvPr>
              <p:cNvSpPr txBox="1"/>
              <p:nvPr/>
            </p:nvSpPr>
            <p:spPr>
              <a:xfrm>
                <a:off x="3589666" y="5169606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3B7996-5CDD-FA83-2309-90EF8695A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666" y="5169606"/>
                <a:ext cx="253038" cy="2539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B845CD-31B2-3F30-9328-750427ED884B}"/>
                  </a:ext>
                </a:extLst>
              </p:cNvPr>
              <p:cNvSpPr txBox="1"/>
              <p:nvPr/>
            </p:nvSpPr>
            <p:spPr>
              <a:xfrm>
                <a:off x="3138587" y="5536848"/>
                <a:ext cx="2109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sz="10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B845CD-31B2-3F30-9328-750427ED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587" y="5536848"/>
                <a:ext cx="210980" cy="253916"/>
              </a:xfrm>
              <a:prstGeom prst="rect">
                <a:avLst/>
              </a:prstGeom>
              <a:blipFill>
                <a:blip r:embed="rId14"/>
                <a:stretch>
                  <a:fillRect r="-14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4EC0EA5-609C-23EA-8B67-E78D487E0A1A}"/>
                  </a:ext>
                </a:extLst>
              </p:cNvPr>
              <p:cNvSpPr txBox="1"/>
              <p:nvPr/>
            </p:nvSpPr>
            <p:spPr>
              <a:xfrm>
                <a:off x="3476086" y="5538541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10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4EC0EA5-609C-23EA-8B67-E78D487E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086" y="5538541"/>
                <a:ext cx="253038" cy="2539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D1C3EC-0751-378E-ADCE-82E0C0846966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flipH="1">
            <a:off x="3244077" y="5426532"/>
            <a:ext cx="21030" cy="11031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DF8CF4-01CA-7ED5-3461-68553EDFA541}"/>
              </a:ext>
            </a:extLst>
          </p:cNvPr>
          <p:cNvCxnSpPr>
            <a:cxnSpLocks/>
            <a:stCxn id="40" idx="2"/>
            <a:endCxn id="43" idx="0"/>
          </p:cNvCxnSpPr>
          <p:nvPr/>
        </p:nvCxnSpPr>
        <p:spPr>
          <a:xfrm>
            <a:off x="3265107" y="5426532"/>
            <a:ext cx="337498" cy="11200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1B02AD-3BDD-41F5-932F-E5D7451E061B}"/>
              </a:ext>
            </a:extLst>
          </p:cNvPr>
          <p:cNvCxnSpPr>
            <a:cxnSpLocks/>
          </p:cNvCxnSpPr>
          <p:nvPr/>
        </p:nvCxnSpPr>
        <p:spPr>
          <a:xfrm>
            <a:off x="2885486" y="3832792"/>
            <a:ext cx="0" cy="1159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A399B86-29E5-FAC2-4815-1D56E9A8CC67}"/>
              </a:ext>
            </a:extLst>
          </p:cNvPr>
          <p:cNvCxnSpPr>
            <a:cxnSpLocks/>
          </p:cNvCxnSpPr>
          <p:nvPr/>
        </p:nvCxnSpPr>
        <p:spPr>
          <a:xfrm>
            <a:off x="3811797" y="5495539"/>
            <a:ext cx="16965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7B50F-9228-483F-979B-1E74227CDE48}"/>
              </a:ext>
            </a:extLst>
          </p:cNvPr>
          <p:cNvCxnSpPr/>
          <p:nvPr/>
        </p:nvCxnSpPr>
        <p:spPr>
          <a:xfrm>
            <a:off x="3811797" y="5380520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2EF179D-9042-488E-5B3B-6FDA9D6EA6DD}"/>
              </a:ext>
            </a:extLst>
          </p:cNvPr>
          <p:cNvCxnSpPr/>
          <p:nvPr/>
        </p:nvCxnSpPr>
        <p:spPr>
          <a:xfrm>
            <a:off x="3971393" y="5383340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AE01536-BFE3-3A19-7C28-DB1DC642C190}"/>
                  </a:ext>
                </a:extLst>
              </p:cNvPr>
              <p:cNvSpPr txBox="1"/>
              <p:nvPr/>
            </p:nvSpPr>
            <p:spPr>
              <a:xfrm>
                <a:off x="3746047" y="5488477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AE01536-BFE3-3A19-7C28-DB1DC642C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47" y="5488477"/>
                <a:ext cx="253038" cy="253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D746DB-B97B-C2D8-3889-4178526866C7}"/>
              </a:ext>
            </a:extLst>
          </p:cNvPr>
          <p:cNvCxnSpPr>
            <a:cxnSpLocks/>
          </p:cNvCxnSpPr>
          <p:nvPr/>
        </p:nvCxnSpPr>
        <p:spPr>
          <a:xfrm>
            <a:off x="4008762" y="5793922"/>
            <a:ext cx="16965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BC9195-42E4-AD1E-AC77-1AFCC759CF2F}"/>
              </a:ext>
            </a:extLst>
          </p:cNvPr>
          <p:cNvCxnSpPr/>
          <p:nvPr/>
        </p:nvCxnSpPr>
        <p:spPr>
          <a:xfrm>
            <a:off x="4008762" y="5678903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6D8AB5-CCBF-5684-3ACA-E260E8CC3FD2}"/>
              </a:ext>
            </a:extLst>
          </p:cNvPr>
          <p:cNvCxnSpPr/>
          <p:nvPr/>
        </p:nvCxnSpPr>
        <p:spPr>
          <a:xfrm>
            <a:off x="4168358" y="5681723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B56678-A7B6-A68E-41D9-8E7589DB0145}"/>
                  </a:ext>
                </a:extLst>
              </p:cNvPr>
              <p:cNvSpPr txBox="1"/>
              <p:nvPr/>
            </p:nvSpPr>
            <p:spPr>
              <a:xfrm>
                <a:off x="3943012" y="5786860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B56678-A7B6-A68E-41D9-8E7589DB0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012" y="5786860"/>
                <a:ext cx="253038" cy="25391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Left Brace 71">
            <a:extLst>
              <a:ext uri="{FF2B5EF4-FFF2-40B4-BE49-F238E27FC236}">
                <a16:creationId xmlns:a16="http://schemas.microsoft.com/office/drawing/2014/main" id="{59A5A8C6-4803-972B-7FB5-0A53B0E5EE36}"/>
              </a:ext>
            </a:extLst>
          </p:cNvPr>
          <p:cNvSpPr/>
          <p:nvPr/>
        </p:nvSpPr>
        <p:spPr>
          <a:xfrm rot="5400000">
            <a:off x="3344096" y="2411924"/>
            <a:ext cx="181259" cy="762054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B2F8A0-C7D3-5197-19A8-FF0C6BCAB7C4}"/>
                  </a:ext>
                </a:extLst>
              </p:cNvPr>
              <p:cNvSpPr txBox="1"/>
              <p:nvPr/>
            </p:nvSpPr>
            <p:spPr>
              <a:xfrm>
                <a:off x="3215101" y="2445886"/>
                <a:ext cx="375279" cy="257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4B2F8A0-C7D3-5197-19A8-FF0C6BCAB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101" y="2445886"/>
                <a:ext cx="375279" cy="257891"/>
              </a:xfrm>
              <a:prstGeom prst="rect">
                <a:avLst/>
              </a:prstGeom>
              <a:blipFill>
                <a:blip r:embed="rId18"/>
                <a:stretch>
                  <a:fillRect r="-33871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27AC75F-3B3E-DED8-A8AF-A9E6A16304BF}"/>
              </a:ext>
            </a:extLst>
          </p:cNvPr>
          <p:cNvCxnSpPr>
            <a:cxnSpLocks/>
          </p:cNvCxnSpPr>
          <p:nvPr/>
        </p:nvCxnSpPr>
        <p:spPr>
          <a:xfrm>
            <a:off x="3035778" y="1423819"/>
            <a:ext cx="76991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45DF7F-10C8-1B0D-5828-CCF2C7D0F0F5}"/>
              </a:ext>
            </a:extLst>
          </p:cNvPr>
          <p:cNvCxnSpPr>
            <a:cxnSpLocks/>
          </p:cNvCxnSpPr>
          <p:nvPr/>
        </p:nvCxnSpPr>
        <p:spPr>
          <a:xfrm>
            <a:off x="3035778" y="1308800"/>
            <a:ext cx="0" cy="2300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0BA5654-2008-DEA0-C6E1-F0D23D72EABC}"/>
              </a:ext>
            </a:extLst>
          </p:cNvPr>
          <p:cNvCxnSpPr>
            <a:cxnSpLocks/>
          </p:cNvCxnSpPr>
          <p:nvPr/>
        </p:nvCxnSpPr>
        <p:spPr>
          <a:xfrm>
            <a:off x="3806405" y="1308800"/>
            <a:ext cx="0" cy="2300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D8635A-1A12-83B7-7044-B8119C364589}"/>
                  </a:ext>
                </a:extLst>
              </p:cNvPr>
              <p:cNvSpPr txBox="1"/>
              <p:nvPr/>
            </p:nvSpPr>
            <p:spPr>
              <a:xfrm>
                <a:off x="3559829" y="1166372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3D8635A-1A12-83B7-7044-B8119C364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29" y="1166372"/>
                <a:ext cx="253038" cy="253916"/>
              </a:xfrm>
              <a:prstGeom prst="rect">
                <a:avLst/>
              </a:prstGeom>
              <a:blipFill>
                <a:blip r:embed="rId19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86301D8-2C96-C3CF-D51C-3EA378F05F41}"/>
                  </a:ext>
                </a:extLst>
              </p:cNvPr>
              <p:cNvSpPr txBox="1"/>
              <p:nvPr/>
            </p:nvSpPr>
            <p:spPr>
              <a:xfrm>
                <a:off x="3254688" y="1426339"/>
                <a:ext cx="33497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𝐻𝑃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86301D8-2C96-C3CF-D51C-3EA378F05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688" y="1426339"/>
                <a:ext cx="334978" cy="253916"/>
              </a:xfrm>
              <a:prstGeom prst="rect">
                <a:avLst/>
              </a:prstGeom>
              <a:blipFill>
                <a:blip r:embed="rId11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147B5BF-C53F-4BC3-AD37-9C72C4E70A92}"/>
              </a:ext>
            </a:extLst>
          </p:cNvPr>
          <p:cNvCxnSpPr>
            <a:cxnSpLocks/>
          </p:cNvCxnSpPr>
          <p:nvPr/>
        </p:nvCxnSpPr>
        <p:spPr>
          <a:xfrm flipV="1">
            <a:off x="3035778" y="1624852"/>
            <a:ext cx="0" cy="107746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Left Brace 90">
            <a:extLst>
              <a:ext uri="{FF2B5EF4-FFF2-40B4-BE49-F238E27FC236}">
                <a16:creationId xmlns:a16="http://schemas.microsoft.com/office/drawing/2014/main" id="{3D3ACCA1-A3A7-038E-4FF6-B2B04D8B60B6}"/>
              </a:ext>
            </a:extLst>
          </p:cNvPr>
          <p:cNvSpPr/>
          <p:nvPr/>
        </p:nvSpPr>
        <p:spPr>
          <a:xfrm rot="5400000">
            <a:off x="3529796" y="1977845"/>
            <a:ext cx="181259" cy="762054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D07EFBA-78CF-090E-CFDA-D4E6C83620DF}"/>
                  </a:ext>
                </a:extLst>
              </p:cNvPr>
              <p:cNvSpPr txBox="1"/>
              <p:nvPr/>
            </p:nvSpPr>
            <p:spPr>
              <a:xfrm>
                <a:off x="3400801" y="2011807"/>
                <a:ext cx="375279" cy="258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D07EFBA-78CF-090E-CFDA-D4E6C8362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01" y="2011807"/>
                <a:ext cx="375279" cy="258212"/>
              </a:xfrm>
              <a:prstGeom prst="rect">
                <a:avLst/>
              </a:prstGeom>
              <a:blipFill>
                <a:blip r:embed="rId20"/>
                <a:stretch>
                  <a:fillRect r="-34426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Left Brace 92">
            <a:extLst>
              <a:ext uri="{FF2B5EF4-FFF2-40B4-BE49-F238E27FC236}">
                <a16:creationId xmlns:a16="http://schemas.microsoft.com/office/drawing/2014/main" id="{93689146-B593-0477-2520-6327DF2B255B}"/>
              </a:ext>
            </a:extLst>
          </p:cNvPr>
          <p:cNvSpPr/>
          <p:nvPr/>
        </p:nvSpPr>
        <p:spPr>
          <a:xfrm rot="5400000">
            <a:off x="3706758" y="1590890"/>
            <a:ext cx="181259" cy="762054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E160AC1-BACF-D051-3F9E-8891BF211B3F}"/>
                  </a:ext>
                </a:extLst>
              </p:cNvPr>
              <p:cNvSpPr txBox="1"/>
              <p:nvPr/>
            </p:nvSpPr>
            <p:spPr>
              <a:xfrm>
                <a:off x="3577763" y="1624852"/>
                <a:ext cx="375279" cy="259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E160AC1-BACF-D051-3F9E-8891BF211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763" y="1624852"/>
                <a:ext cx="375279" cy="259045"/>
              </a:xfrm>
              <a:prstGeom prst="rect">
                <a:avLst/>
              </a:prstGeom>
              <a:blipFill>
                <a:blip r:embed="rId21"/>
                <a:stretch>
                  <a:fillRect r="-34426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Left Brace 94">
            <a:extLst>
              <a:ext uri="{FF2B5EF4-FFF2-40B4-BE49-F238E27FC236}">
                <a16:creationId xmlns:a16="http://schemas.microsoft.com/office/drawing/2014/main" id="{F97FD8AB-6D45-58E5-B38C-71871255BE4C}"/>
              </a:ext>
            </a:extLst>
          </p:cNvPr>
          <p:cNvSpPr/>
          <p:nvPr/>
        </p:nvSpPr>
        <p:spPr>
          <a:xfrm rot="5400000">
            <a:off x="7852251" y="1605409"/>
            <a:ext cx="181259" cy="762054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C6E30E-8E14-CF5C-FE83-2937138B9718}"/>
                  </a:ext>
                </a:extLst>
              </p:cNvPr>
              <p:cNvSpPr txBox="1"/>
              <p:nvPr/>
            </p:nvSpPr>
            <p:spPr>
              <a:xfrm>
                <a:off x="7733933" y="1636761"/>
                <a:ext cx="375279" cy="259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𝐷𝑊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C6E30E-8E14-CF5C-FE83-2937138B9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933" y="1636761"/>
                <a:ext cx="375279" cy="259045"/>
              </a:xfrm>
              <a:prstGeom prst="rect">
                <a:avLst/>
              </a:prstGeom>
              <a:blipFill>
                <a:blip r:embed="rId22"/>
                <a:stretch>
                  <a:fillRect r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8C1A6AD-14CB-1BA7-CD9A-07215F15AE50}"/>
              </a:ext>
            </a:extLst>
          </p:cNvPr>
          <p:cNvCxnSpPr>
            <a:cxnSpLocks/>
          </p:cNvCxnSpPr>
          <p:nvPr/>
        </p:nvCxnSpPr>
        <p:spPr>
          <a:xfrm>
            <a:off x="4261578" y="1982417"/>
            <a:ext cx="320831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70AF559-C15F-C90B-777B-1E545EF34E82}"/>
                  </a:ext>
                </a:extLst>
              </p:cNvPr>
              <p:cNvSpPr txBox="1"/>
              <p:nvPr/>
            </p:nvSpPr>
            <p:spPr>
              <a:xfrm>
                <a:off x="3794878" y="968351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70AF559-C15F-C90B-777B-1E545EF3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878" y="968351"/>
                <a:ext cx="253038" cy="253916"/>
              </a:xfrm>
              <a:prstGeom prst="rect">
                <a:avLst/>
              </a:prstGeom>
              <a:blipFill>
                <a:blip r:embed="rId23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0DFE3A2-0806-0675-5F80-56F9D5DC6A8C}"/>
                  </a:ext>
                </a:extLst>
              </p:cNvPr>
              <p:cNvSpPr txBox="1"/>
              <p:nvPr/>
            </p:nvSpPr>
            <p:spPr>
              <a:xfrm>
                <a:off x="3986120" y="767678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0DFE3A2-0806-0675-5F80-56F9D5DC6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120" y="767678"/>
                <a:ext cx="253038" cy="253916"/>
              </a:xfrm>
              <a:prstGeom prst="rect">
                <a:avLst/>
              </a:prstGeom>
              <a:blipFill>
                <a:blip r:embed="rId24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B257F16-056A-E16D-7F69-CBF6349CD0DF}"/>
                  </a:ext>
                </a:extLst>
              </p:cNvPr>
              <p:cNvSpPr txBox="1"/>
              <p:nvPr/>
            </p:nvSpPr>
            <p:spPr>
              <a:xfrm>
                <a:off x="3634240" y="6176663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B257F16-056A-E16D-7F69-CBF6349C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240" y="6176663"/>
                <a:ext cx="253038" cy="2539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DD1DCD4-5A06-F281-51D0-74CB0D16FCF3}"/>
                  </a:ext>
                </a:extLst>
              </p:cNvPr>
              <p:cNvSpPr txBox="1"/>
              <p:nvPr/>
            </p:nvSpPr>
            <p:spPr>
              <a:xfrm>
                <a:off x="3794878" y="6171066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DD1DCD4-5A06-F281-51D0-74CB0D16F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878" y="6171066"/>
                <a:ext cx="253038" cy="25391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B391DFA-1A44-B8BE-2DCF-0D11704D28A1}"/>
                  </a:ext>
                </a:extLst>
              </p:cNvPr>
              <p:cNvSpPr txBox="1"/>
              <p:nvPr/>
            </p:nvSpPr>
            <p:spPr>
              <a:xfrm>
                <a:off x="3947687" y="6165469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B391DFA-1A44-B8BE-2DCF-0D11704D2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687" y="6165469"/>
                <a:ext cx="253038" cy="25391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121DFA1-93BC-1C51-A3EE-A02744399192}"/>
              </a:ext>
            </a:extLst>
          </p:cNvPr>
          <p:cNvCxnSpPr>
            <a:cxnSpLocks/>
          </p:cNvCxnSpPr>
          <p:nvPr/>
        </p:nvCxnSpPr>
        <p:spPr>
          <a:xfrm>
            <a:off x="4239158" y="5786860"/>
            <a:ext cx="3935810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3294C69-8D80-EF46-69B6-38C05BD09AAA}"/>
              </a:ext>
            </a:extLst>
          </p:cNvPr>
          <p:cNvCxnSpPr>
            <a:cxnSpLocks/>
          </p:cNvCxnSpPr>
          <p:nvPr/>
        </p:nvCxnSpPr>
        <p:spPr>
          <a:xfrm>
            <a:off x="8240847" y="5788321"/>
            <a:ext cx="16965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CFAE61C-7F9C-B20D-518F-5F92A0EA1A2D}"/>
              </a:ext>
            </a:extLst>
          </p:cNvPr>
          <p:cNvCxnSpPr/>
          <p:nvPr/>
        </p:nvCxnSpPr>
        <p:spPr>
          <a:xfrm>
            <a:off x="8240847" y="5673302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ACBFAD9-DEAA-CC7E-9554-D191DAD27E23}"/>
              </a:ext>
            </a:extLst>
          </p:cNvPr>
          <p:cNvCxnSpPr/>
          <p:nvPr/>
        </p:nvCxnSpPr>
        <p:spPr>
          <a:xfrm>
            <a:off x="8400443" y="5676122"/>
            <a:ext cx="0" cy="23003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E1A9C18-88A5-5C1A-7F26-F77CFAB1DBC9}"/>
                  </a:ext>
                </a:extLst>
              </p:cNvPr>
              <p:cNvSpPr txBox="1"/>
              <p:nvPr/>
            </p:nvSpPr>
            <p:spPr>
              <a:xfrm>
                <a:off x="8175097" y="5781259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E1A9C18-88A5-5C1A-7F26-F77CFAB1D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097" y="5781259"/>
                <a:ext cx="253038" cy="25391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Left Brace 114">
            <a:extLst>
              <a:ext uri="{FF2B5EF4-FFF2-40B4-BE49-F238E27FC236}">
                <a16:creationId xmlns:a16="http://schemas.microsoft.com/office/drawing/2014/main" id="{A156E91B-B377-0FF4-7B15-B8A917D58746}"/>
              </a:ext>
            </a:extLst>
          </p:cNvPr>
          <p:cNvSpPr/>
          <p:nvPr/>
        </p:nvSpPr>
        <p:spPr>
          <a:xfrm>
            <a:off x="2639338" y="5066527"/>
            <a:ext cx="163367" cy="845234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Left Brace 115">
            <a:extLst>
              <a:ext uri="{FF2B5EF4-FFF2-40B4-BE49-F238E27FC236}">
                <a16:creationId xmlns:a16="http://schemas.microsoft.com/office/drawing/2014/main" id="{AD9F16D3-F7DF-010A-79D0-835B57BF99AE}"/>
              </a:ext>
            </a:extLst>
          </p:cNvPr>
          <p:cNvSpPr/>
          <p:nvPr/>
        </p:nvSpPr>
        <p:spPr>
          <a:xfrm>
            <a:off x="2574084" y="767678"/>
            <a:ext cx="163366" cy="623290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35AB2C5A-089A-1667-D81D-C17FC296064D}"/>
              </a:ext>
            </a:extLst>
          </p:cNvPr>
          <p:cNvCxnSpPr>
            <a:cxnSpLocks/>
            <a:stCxn id="116" idx="1"/>
          </p:cNvCxnSpPr>
          <p:nvPr/>
        </p:nvCxnSpPr>
        <p:spPr>
          <a:xfrm rot="10800000" flipV="1">
            <a:off x="2450442" y="1079323"/>
            <a:ext cx="123643" cy="5223502"/>
          </a:xfrm>
          <a:prstGeom prst="bentConnector2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C58AB72-905E-A406-1894-B40C2A6C5F39}"/>
              </a:ext>
            </a:extLst>
          </p:cNvPr>
          <p:cNvCxnSpPr>
            <a:cxnSpLocks/>
          </p:cNvCxnSpPr>
          <p:nvPr/>
        </p:nvCxnSpPr>
        <p:spPr>
          <a:xfrm>
            <a:off x="2455653" y="6302825"/>
            <a:ext cx="121461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758E49-57C9-AFE7-C427-24ED1DABB790}"/>
              </a:ext>
            </a:extLst>
          </p:cNvPr>
          <p:cNvCxnSpPr>
            <a:stCxn id="115" idx="1"/>
          </p:cNvCxnSpPr>
          <p:nvPr/>
        </p:nvCxnSpPr>
        <p:spPr>
          <a:xfrm flipH="1" flipV="1">
            <a:off x="2450441" y="5488477"/>
            <a:ext cx="188897" cy="66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9B2A3C4-92FB-24E1-2687-C0031ADDB2CC}"/>
                  </a:ext>
                </a:extLst>
              </p:cNvPr>
              <p:cNvSpPr txBox="1"/>
              <p:nvPr/>
            </p:nvSpPr>
            <p:spPr>
              <a:xfrm>
                <a:off x="8175097" y="6165469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9B2A3C4-92FB-24E1-2687-C0031ADDB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097" y="6165469"/>
                <a:ext cx="253038" cy="25391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340F33C-28DC-5F2F-0DCF-DA4E11BC0B8E}"/>
              </a:ext>
            </a:extLst>
          </p:cNvPr>
          <p:cNvCxnSpPr>
            <a:cxnSpLocks/>
          </p:cNvCxnSpPr>
          <p:nvPr/>
        </p:nvCxnSpPr>
        <p:spPr>
          <a:xfrm>
            <a:off x="4237002" y="6302825"/>
            <a:ext cx="3935810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2735211-4831-EAF2-C485-C8E6D77C89BD}"/>
                  </a:ext>
                </a:extLst>
              </p:cNvPr>
              <p:cNvSpPr txBox="1"/>
              <p:nvPr/>
            </p:nvSpPr>
            <p:spPr>
              <a:xfrm>
                <a:off x="8649419" y="3638806"/>
                <a:ext cx="1706539" cy="1708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𝑠𝑡𝑎𝑟𝑡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𝑒𝑛𝑑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𝐺𝐷𝑃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𝑠𝑡𝑎𝑟𝑡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𝐺𝐷𝑃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𝑒𝑛𝑑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𝑑𝑎𝑡𝑎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𝑤𝑖𝑛𝑑𝑜𝑤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𝐻𝑃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𝑓𝑖𝑙𝑡𝑒𝑟</m:t>
                      </m:r>
                    </m:oMath>
                  </m:oMathPara>
                </a14:m>
                <a:endParaRPr lang="en-GB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𝑜𝑑𝑒𝑙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𝐷𝑆𝐺𝐸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𝑚𝑜𝑑𝑒𝑙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𝑓𝑜𝑟𝑒𝑐𝑎𝑠𝑡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𝑟𝑒𝑎𝑙𝑖𝑠𝑎𝑡𝑖𝑜𝑛</m:t>
                      </m:r>
                    </m:oMath>
                  </m:oMathPara>
                </a14:m>
                <a:endParaRPr lang="en-GB" sz="105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05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050" b="0" i="1" dirty="0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2735211-4831-EAF2-C485-C8E6D77C8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419" y="3638806"/>
                <a:ext cx="1706539" cy="170816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2B7B1D6-D0A4-B2E6-8B96-2B25C8C1A3F2}"/>
                  </a:ext>
                </a:extLst>
              </p:cNvPr>
              <p:cNvSpPr txBox="1"/>
              <p:nvPr/>
            </p:nvSpPr>
            <p:spPr>
              <a:xfrm>
                <a:off x="8082956" y="764594"/>
                <a:ext cx="2530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1050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2B7B1D6-D0A4-B2E6-8B96-2B25C8C1A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956" y="764594"/>
                <a:ext cx="253038" cy="253916"/>
              </a:xfrm>
              <a:prstGeom prst="rect">
                <a:avLst/>
              </a:prstGeom>
              <a:blipFill>
                <a:blip r:embed="rId31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998462A-42B3-55E2-A2B8-E297661FA5F2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4261578" y="891552"/>
            <a:ext cx="382137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25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71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Foster</dc:creator>
  <cp:lastModifiedBy>Adam Foster</cp:lastModifiedBy>
  <cp:revision>8</cp:revision>
  <dcterms:created xsi:type="dcterms:W3CDTF">2026-05-24T12:26:15Z</dcterms:created>
  <dcterms:modified xsi:type="dcterms:W3CDTF">2026-05-24T13:23:20Z</dcterms:modified>
</cp:coreProperties>
</file>